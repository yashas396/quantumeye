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91" r:id="rId2"/>
    <p:sldId id="281" r:id="rId3"/>
    <p:sldId id="290" r:id="rId4"/>
    <p:sldId id="297" r:id="rId5"/>
    <p:sldId id="298" r:id="rId6"/>
    <p:sldId id="293" r:id="rId7"/>
    <p:sldId id="299" r:id="rId8"/>
    <p:sldId id="294" r:id="rId9"/>
    <p:sldId id="296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2F2E4-13C6-4C16-99E9-71A58A01BA0C}" v="26" dt="2025-09-11T05:09:05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 Jupally" userId="941355687a7eea63" providerId="LiveId" clId="{2EB37CF0-75B8-49B4-81E0-1D2BDAC72EF1}"/>
    <pc:docChg chg="undo custSel delSld modSld">
      <pc:chgData name="Rashmi Jupally" userId="941355687a7eea63" providerId="LiveId" clId="{2EB37CF0-75B8-49B4-81E0-1D2BDAC72EF1}" dt="2025-08-26T08:14:33.727" v="1098" actId="113"/>
      <pc:docMkLst>
        <pc:docMk/>
      </pc:docMkLst>
      <pc:sldChg chg="modSp mod">
        <pc:chgData name="Rashmi Jupally" userId="941355687a7eea63" providerId="LiveId" clId="{2EB37CF0-75B8-49B4-81E0-1D2BDAC72EF1}" dt="2025-08-26T06:45:23.478" v="1077" actId="20577"/>
        <pc:sldMkLst>
          <pc:docMk/>
          <pc:sldMk cId="0" sldId="281"/>
        </pc:sldMkLst>
        <pc:spChg chg="mod">
          <ac:chgData name="Rashmi Jupally" userId="941355687a7eea63" providerId="LiveId" clId="{2EB37CF0-75B8-49B4-81E0-1D2BDAC72EF1}" dt="2025-08-26T06:45:23.478" v="1077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modSp mod">
        <pc:chgData name="Rashmi Jupally" userId="941355687a7eea63" providerId="LiveId" clId="{2EB37CF0-75B8-49B4-81E0-1D2BDAC72EF1}" dt="2025-08-26T06:52:20.426" v="1080" actId="1035"/>
        <pc:sldMkLst>
          <pc:docMk/>
          <pc:sldMk cId="0" sldId="290"/>
        </pc:sldMkLst>
        <pc:spChg chg="mod">
          <ac:chgData name="Rashmi Jupally" userId="941355687a7eea63" providerId="LiveId" clId="{2EB37CF0-75B8-49B4-81E0-1D2BDAC72EF1}" dt="2025-08-26T05:23:35.610" v="108" actId="14100"/>
          <ac:spMkLst>
            <pc:docMk/>
            <pc:sldMk cId="0" sldId="290"/>
            <ac:spMk id="17410" creationId="{00000000-0000-0000-0000-000000000000}"/>
          </ac:spMkLst>
        </pc:spChg>
      </pc:sldChg>
      <pc:sldChg chg="modSp mod">
        <pc:chgData name="Rashmi Jupally" userId="941355687a7eea63" providerId="LiveId" clId="{2EB37CF0-75B8-49B4-81E0-1D2BDAC72EF1}" dt="2025-08-26T08:14:33.727" v="1098" actId="113"/>
        <pc:sldMkLst>
          <pc:docMk/>
          <pc:sldMk cId="0" sldId="291"/>
        </pc:sldMkLst>
        <pc:spChg chg="mod">
          <ac:chgData name="Rashmi Jupally" userId="941355687a7eea63" providerId="LiveId" clId="{2EB37CF0-75B8-49B4-81E0-1D2BDAC72EF1}" dt="2025-08-26T08:14:33.727" v="1098" actId="113"/>
          <ac:spMkLst>
            <pc:docMk/>
            <pc:sldMk cId="0" sldId="291"/>
            <ac:spMk id="10" creationId="{00000000-0000-0000-0000-000000000000}"/>
          </ac:spMkLst>
        </pc:spChg>
      </pc:sldChg>
      <pc:sldChg chg="modSp mod">
        <pc:chgData name="Rashmi Jupally" userId="941355687a7eea63" providerId="LiveId" clId="{2EB37CF0-75B8-49B4-81E0-1D2BDAC72EF1}" dt="2025-08-26T05:45:30.562" v="570" actId="20577"/>
        <pc:sldMkLst>
          <pc:docMk/>
          <pc:sldMk cId="3753387913" sldId="293"/>
        </pc:sldMkLst>
        <pc:spChg chg="mod">
          <ac:chgData name="Rashmi Jupally" userId="941355687a7eea63" providerId="LiveId" clId="{2EB37CF0-75B8-49B4-81E0-1D2BDAC72EF1}" dt="2025-08-26T05:45:30.562" v="570" actId="20577"/>
          <ac:spMkLst>
            <pc:docMk/>
            <pc:sldMk cId="3753387913" sldId="293"/>
            <ac:spMk id="17410" creationId="{00000000-0000-0000-0000-000000000000}"/>
          </ac:spMkLst>
        </pc:spChg>
      </pc:sldChg>
      <pc:sldChg chg="modSp mod">
        <pc:chgData name="Rashmi Jupally" userId="941355687a7eea63" providerId="LiveId" clId="{2EB37CF0-75B8-49B4-81E0-1D2BDAC72EF1}" dt="2025-08-26T06:25:40.546" v="800" actId="1076"/>
        <pc:sldMkLst>
          <pc:docMk/>
          <pc:sldMk cId="2997144140" sldId="294"/>
        </pc:sldMkLst>
        <pc:spChg chg="mod">
          <ac:chgData name="Rashmi Jupally" userId="941355687a7eea63" providerId="LiveId" clId="{2EB37CF0-75B8-49B4-81E0-1D2BDAC72EF1}" dt="2025-08-26T06:25:40.546" v="800" actId="1076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 mod">
        <pc:chgData name="Rashmi Jupally" userId="941355687a7eea63" providerId="LiveId" clId="{2EB37CF0-75B8-49B4-81E0-1D2BDAC72EF1}" dt="2025-08-26T06:44:31.122" v="1074" actId="1076"/>
        <pc:sldMkLst>
          <pc:docMk/>
          <pc:sldMk cId="3916788613" sldId="296"/>
        </pc:sldMkLst>
        <pc:spChg chg="mod">
          <ac:chgData name="Rashmi Jupally" userId="941355687a7eea63" providerId="LiveId" clId="{2EB37CF0-75B8-49B4-81E0-1D2BDAC72EF1}" dt="2025-08-26T06:44:31.122" v="1074" actId="1076"/>
          <ac:spMkLst>
            <pc:docMk/>
            <pc:sldMk cId="3916788613" sldId="296"/>
            <ac:spMk id="17410" creationId="{00000000-0000-0000-0000-000000000000}"/>
          </ac:spMkLst>
        </pc:spChg>
      </pc:sldChg>
      <pc:sldChg chg="del">
        <pc:chgData name="Rashmi Jupally" userId="941355687a7eea63" providerId="LiveId" clId="{2EB37CF0-75B8-49B4-81E0-1D2BDAC72EF1}" dt="2025-08-26T06:44:51.138" v="1075" actId="47"/>
        <pc:sldMkLst>
          <pc:docMk/>
          <pc:sldMk cId="1588084416" sldId="297"/>
        </pc:sldMkLst>
      </pc:sldChg>
    </pc:docChg>
  </pc:docChgLst>
  <pc:docChgLst>
    <pc:chgData name="Rashmi Jupally" userId="941355687a7eea63" providerId="LiveId" clId="{48CA57AB-D448-4401-A397-AF74CB22A4A1}"/>
    <pc:docChg chg="undo custSel addSld modSld">
      <pc:chgData name="Rashmi Jupally" userId="941355687a7eea63" providerId="LiveId" clId="{48CA57AB-D448-4401-A397-AF74CB22A4A1}" dt="2025-09-11T05:22:07.239" v="842" actId="1076"/>
      <pc:docMkLst>
        <pc:docMk/>
      </pc:docMkLst>
      <pc:sldChg chg="modSp mod">
        <pc:chgData name="Rashmi Jupally" userId="941355687a7eea63" providerId="LiveId" clId="{48CA57AB-D448-4401-A397-AF74CB22A4A1}" dt="2025-09-11T03:58:49.954" v="362" actId="113"/>
        <pc:sldMkLst>
          <pc:docMk/>
          <pc:sldMk cId="0" sldId="281"/>
        </pc:sldMkLst>
        <pc:spChg chg="mod">
          <ac:chgData name="Rashmi Jupally" userId="941355687a7eea63" providerId="LiveId" clId="{48CA57AB-D448-4401-A397-AF74CB22A4A1}" dt="2025-09-11T03:58:49.954" v="362" actId="113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 mod">
        <pc:chgData name="Rashmi Jupally" userId="941355687a7eea63" providerId="LiveId" clId="{48CA57AB-D448-4401-A397-AF74CB22A4A1}" dt="2025-09-11T04:42:44.396" v="564" actId="14100"/>
        <pc:sldMkLst>
          <pc:docMk/>
          <pc:sldMk cId="0" sldId="290"/>
        </pc:sldMkLst>
        <pc:spChg chg="mod">
          <ac:chgData name="Rashmi Jupally" userId="941355687a7eea63" providerId="LiveId" clId="{48CA57AB-D448-4401-A397-AF74CB22A4A1}" dt="2025-09-11T04:42:44.396" v="564" actId="14100"/>
          <ac:spMkLst>
            <pc:docMk/>
            <pc:sldMk cId="0" sldId="290"/>
            <ac:spMk id="17410" creationId="{00000000-0000-0000-0000-000000000000}"/>
          </ac:spMkLst>
        </pc:spChg>
        <pc:graphicFrameChg chg="add del mod modGraphic">
          <ac:chgData name="Rashmi Jupally" userId="941355687a7eea63" providerId="LiveId" clId="{48CA57AB-D448-4401-A397-AF74CB22A4A1}" dt="2025-09-11T04:37:37.246" v="522" actId="478"/>
          <ac:graphicFrameMkLst>
            <pc:docMk/>
            <pc:sldMk cId="0" sldId="290"/>
            <ac:graphicFrameMk id="3" creationId="{86924AF5-80A8-8C05-D871-483EB4594B2E}"/>
          </ac:graphicFrameMkLst>
        </pc:graphicFrameChg>
        <pc:picChg chg="del">
          <ac:chgData name="Rashmi Jupally" userId="941355687a7eea63" providerId="LiveId" clId="{48CA57AB-D448-4401-A397-AF74CB22A4A1}" dt="2025-09-11T04:22:54.424" v="363" actId="478"/>
          <ac:picMkLst>
            <pc:docMk/>
            <pc:sldMk cId="0" sldId="290"/>
            <ac:picMk id="8" creationId="{DD24B2A0-6BAB-F84E-071A-C7B5B82029A7}"/>
          </ac:picMkLst>
        </pc:picChg>
      </pc:sldChg>
      <pc:sldChg chg="modSp mod">
        <pc:chgData name="Rashmi Jupally" userId="941355687a7eea63" providerId="LiveId" clId="{48CA57AB-D448-4401-A397-AF74CB22A4A1}" dt="2025-09-11T05:22:07.239" v="842" actId="1076"/>
        <pc:sldMkLst>
          <pc:docMk/>
          <pc:sldMk cId="3753387913" sldId="293"/>
        </pc:sldMkLst>
        <pc:spChg chg="mod">
          <ac:chgData name="Rashmi Jupally" userId="941355687a7eea63" providerId="LiveId" clId="{48CA57AB-D448-4401-A397-AF74CB22A4A1}" dt="2025-09-11T05:22:07.239" v="842" actId="1076"/>
          <ac:spMkLst>
            <pc:docMk/>
            <pc:sldMk cId="3753387913" sldId="293"/>
            <ac:spMk id="17410" creationId="{00000000-0000-0000-0000-000000000000}"/>
          </ac:spMkLst>
        </pc:spChg>
      </pc:sldChg>
      <pc:sldChg chg="modSp mod">
        <pc:chgData name="Rashmi Jupally" userId="941355687a7eea63" providerId="LiveId" clId="{48CA57AB-D448-4401-A397-AF74CB22A4A1}" dt="2025-09-11T05:09:48.123" v="829" actId="14100"/>
        <pc:sldMkLst>
          <pc:docMk/>
          <pc:sldMk cId="2997144140" sldId="294"/>
        </pc:sldMkLst>
        <pc:spChg chg="mod">
          <ac:chgData name="Rashmi Jupally" userId="941355687a7eea63" providerId="LiveId" clId="{48CA57AB-D448-4401-A397-AF74CB22A4A1}" dt="2025-09-11T05:09:48.123" v="829" actId="14100"/>
          <ac:spMkLst>
            <pc:docMk/>
            <pc:sldMk cId="2997144140" sldId="294"/>
            <ac:spMk id="17410" creationId="{00000000-0000-0000-0000-000000000000}"/>
          </ac:spMkLst>
        </pc:spChg>
      </pc:sldChg>
      <pc:sldChg chg="addSp delSp modSp add mod">
        <pc:chgData name="Rashmi Jupally" userId="941355687a7eea63" providerId="LiveId" clId="{48CA57AB-D448-4401-A397-AF74CB22A4A1}" dt="2025-09-11T04:39:28.539" v="562" actId="20577"/>
        <pc:sldMkLst>
          <pc:docMk/>
          <pc:sldMk cId="530927306" sldId="297"/>
        </pc:sldMkLst>
        <pc:spChg chg="del">
          <ac:chgData name="Rashmi Jupally" userId="941355687a7eea63" providerId="LiveId" clId="{48CA57AB-D448-4401-A397-AF74CB22A4A1}" dt="2025-09-11T04:32:47.471" v="488" actId="478"/>
          <ac:spMkLst>
            <pc:docMk/>
            <pc:sldMk cId="530927306" sldId="297"/>
            <ac:spMk id="17410" creationId="{59808CE1-54A2-AD47-F008-0C8B1CC7B7E5}"/>
          </ac:spMkLst>
        </pc:spChg>
        <pc:graphicFrameChg chg="add mod modGraphic">
          <ac:chgData name="Rashmi Jupally" userId="941355687a7eea63" providerId="LiveId" clId="{48CA57AB-D448-4401-A397-AF74CB22A4A1}" dt="2025-09-11T04:39:28.539" v="562" actId="20577"/>
          <ac:graphicFrameMkLst>
            <pc:docMk/>
            <pc:sldMk cId="530927306" sldId="297"/>
            <ac:graphicFrameMk id="3" creationId="{13E819FE-1472-83A0-5FB8-8C602F39EC76}"/>
          </ac:graphicFrameMkLst>
        </pc:graphicFrameChg>
        <pc:picChg chg="del">
          <ac:chgData name="Rashmi Jupally" userId="941355687a7eea63" providerId="LiveId" clId="{48CA57AB-D448-4401-A397-AF74CB22A4A1}" dt="2025-09-11T04:32:44.794" v="487" actId="478"/>
          <ac:picMkLst>
            <pc:docMk/>
            <pc:sldMk cId="530927306" sldId="297"/>
            <ac:picMk id="8" creationId="{F97A288C-6239-BCBC-60AA-9A1043EA4456}"/>
          </ac:picMkLst>
        </pc:picChg>
      </pc:sldChg>
      <pc:sldChg chg="addSp delSp modSp add mod">
        <pc:chgData name="Rashmi Jupally" userId="941355687a7eea63" providerId="LiveId" clId="{48CA57AB-D448-4401-A397-AF74CB22A4A1}" dt="2025-09-11T04:57:14.922" v="632" actId="1076"/>
        <pc:sldMkLst>
          <pc:docMk/>
          <pc:sldMk cId="1789746466" sldId="298"/>
        </pc:sldMkLst>
        <pc:spChg chg="del">
          <ac:chgData name="Rashmi Jupally" userId="941355687a7eea63" providerId="LiveId" clId="{48CA57AB-D448-4401-A397-AF74CB22A4A1}" dt="2025-09-11T04:35:54.415" v="516" actId="478"/>
          <ac:spMkLst>
            <pc:docMk/>
            <pc:sldMk cId="1789746466" sldId="298"/>
            <ac:spMk id="17410" creationId="{6DE6EA06-D5A4-9494-6167-4D26E5D3A1B1}"/>
          </ac:spMkLst>
        </pc:spChg>
        <pc:picChg chg="add del mod modCrop">
          <ac:chgData name="Rashmi Jupally" userId="941355687a7eea63" providerId="LiveId" clId="{48CA57AB-D448-4401-A397-AF74CB22A4A1}" dt="2025-09-11T04:48:18.626" v="575" actId="478"/>
          <ac:picMkLst>
            <pc:docMk/>
            <pc:sldMk cId="1789746466" sldId="298"/>
            <ac:picMk id="4" creationId="{AD4DABEB-0457-2CCB-0B39-FB743E65BA1D}"/>
          </ac:picMkLst>
        </pc:picChg>
        <pc:picChg chg="del">
          <ac:chgData name="Rashmi Jupally" userId="941355687a7eea63" providerId="LiveId" clId="{48CA57AB-D448-4401-A397-AF74CB22A4A1}" dt="2025-09-11T04:35:51.564" v="515" actId="478"/>
          <ac:picMkLst>
            <pc:docMk/>
            <pc:sldMk cId="1789746466" sldId="298"/>
            <ac:picMk id="8" creationId="{E8DC9A56-7F7C-866B-E2BB-B957B39BE198}"/>
          </ac:picMkLst>
        </pc:picChg>
        <pc:picChg chg="add del mod modCrop">
          <ac:chgData name="Rashmi Jupally" userId="941355687a7eea63" providerId="LiveId" clId="{48CA57AB-D448-4401-A397-AF74CB22A4A1}" dt="2025-09-11T04:56:38.760" v="628" actId="478"/>
          <ac:picMkLst>
            <pc:docMk/>
            <pc:sldMk cId="1789746466" sldId="298"/>
            <ac:picMk id="9" creationId="{B6EF1BE0-3FDE-DD91-7271-9C760522FAFE}"/>
          </ac:picMkLst>
        </pc:picChg>
        <pc:picChg chg="add del mod modCrop">
          <ac:chgData name="Rashmi Jupally" userId="941355687a7eea63" providerId="LiveId" clId="{48CA57AB-D448-4401-A397-AF74CB22A4A1}" dt="2025-09-11T04:56:29.935" v="624" actId="478"/>
          <ac:picMkLst>
            <pc:docMk/>
            <pc:sldMk cId="1789746466" sldId="298"/>
            <ac:picMk id="12" creationId="{799AD682-7246-0998-4E22-AE2F5FA0C183}"/>
          </ac:picMkLst>
        </pc:picChg>
        <pc:picChg chg="add del mod modCrop">
          <ac:chgData name="Rashmi Jupally" userId="941355687a7eea63" providerId="LiveId" clId="{48CA57AB-D448-4401-A397-AF74CB22A4A1}" dt="2025-09-11T04:56:32.552" v="625" actId="478"/>
          <ac:picMkLst>
            <pc:docMk/>
            <pc:sldMk cId="1789746466" sldId="298"/>
            <ac:picMk id="13" creationId="{F4047381-7B37-9730-AAD8-D0015F038F93}"/>
          </ac:picMkLst>
        </pc:picChg>
        <pc:picChg chg="add del mod modCrop">
          <ac:chgData name="Rashmi Jupally" userId="941355687a7eea63" providerId="LiveId" clId="{48CA57AB-D448-4401-A397-AF74CB22A4A1}" dt="2025-09-11T04:56:36.777" v="627" actId="478"/>
          <ac:picMkLst>
            <pc:docMk/>
            <pc:sldMk cId="1789746466" sldId="298"/>
            <ac:picMk id="14" creationId="{4DC55EA4-5B9A-9858-1CD6-3B69828D1192}"/>
          </ac:picMkLst>
        </pc:picChg>
        <pc:picChg chg="add del mod modCrop">
          <ac:chgData name="Rashmi Jupally" userId="941355687a7eea63" providerId="LiveId" clId="{48CA57AB-D448-4401-A397-AF74CB22A4A1}" dt="2025-09-11T04:56:34.565" v="626" actId="478"/>
          <ac:picMkLst>
            <pc:docMk/>
            <pc:sldMk cId="1789746466" sldId="298"/>
            <ac:picMk id="15" creationId="{189AFD24-8A57-35BB-0E65-FE04D5F66BE4}"/>
          </ac:picMkLst>
        </pc:picChg>
        <pc:picChg chg="add mod modCrop">
          <ac:chgData name="Rashmi Jupally" userId="941355687a7eea63" providerId="LiveId" clId="{48CA57AB-D448-4401-A397-AF74CB22A4A1}" dt="2025-09-11T04:57:14.922" v="632" actId="1076"/>
          <ac:picMkLst>
            <pc:docMk/>
            <pc:sldMk cId="1789746466" sldId="298"/>
            <ac:picMk id="17" creationId="{00BD70BA-4999-B2D3-5D94-1062D2D2DB1B}"/>
          </ac:picMkLst>
        </pc:picChg>
      </pc:sldChg>
      <pc:sldChg chg="addSp delSp modSp add mod">
        <pc:chgData name="Rashmi Jupally" userId="941355687a7eea63" providerId="LiveId" clId="{48CA57AB-D448-4401-A397-AF74CB22A4A1}" dt="2025-09-11T05:05:22.428" v="760" actId="122"/>
        <pc:sldMkLst>
          <pc:docMk/>
          <pc:sldMk cId="2275407491" sldId="299"/>
        </pc:sldMkLst>
        <pc:spChg chg="del mod">
          <ac:chgData name="Rashmi Jupally" userId="941355687a7eea63" providerId="LiveId" clId="{48CA57AB-D448-4401-A397-AF74CB22A4A1}" dt="2025-09-11T05:02:57.734" v="747" actId="478"/>
          <ac:spMkLst>
            <pc:docMk/>
            <pc:sldMk cId="2275407491" sldId="299"/>
            <ac:spMk id="17410" creationId="{C4BF2EA8-8A96-34F0-E02A-F47C5C9CCA2D}"/>
          </ac:spMkLst>
        </pc:spChg>
        <pc:graphicFrameChg chg="add del mod">
          <ac:chgData name="Rashmi Jupally" userId="941355687a7eea63" providerId="LiveId" clId="{48CA57AB-D448-4401-A397-AF74CB22A4A1}" dt="2025-09-11T05:04:21.693" v="749" actId="478"/>
          <ac:graphicFrameMkLst>
            <pc:docMk/>
            <pc:sldMk cId="2275407491" sldId="299"/>
            <ac:graphicFrameMk id="3" creationId="{15B9D189-D8D8-476D-3F5A-F6279918B390}"/>
          </ac:graphicFrameMkLst>
        </pc:graphicFrameChg>
        <pc:graphicFrameChg chg="add mod modGraphic">
          <ac:chgData name="Rashmi Jupally" userId="941355687a7eea63" providerId="LiveId" clId="{48CA57AB-D448-4401-A397-AF74CB22A4A1}" dt="2025-09-11T05:05:22.428" v="760" actId="122"/>
          <ac:graphicFrameMkLst>
            <pc:docMk/>
            <pc:sldMk cId="2275407491" sldId="299"/>
            <ac:graphicFrameMk id="4" creationId="{CA6E8632-A6AD-59FE-39DD-3ED351707A92}"/>
          </ac:graphicFrameMkLst>
        </pc:graphicFrameChg>
        <pc:graphicFrameChg chg="add del mod">
          <ac:chgData name="Rashmi Jupally" userId="941355687a7eea63" providerId="LiveId" clId="{48CA57AB-D448-4401-A397-AF74CB22A4A1}" dt="2025-09-11T05:04:45.301" v="753" actId="478"/>
          <ac:graphicFrameMkLst>
            <pc:docMk/>
            <pc:sldMk cId="2275407491" sldId="299"/>
            <ac:graphicFrameMk id="5" creationId="{31545321-E2C2-51C7-D9D9-6B5F412AF35C}"/>
          </ac:graphicFrameMkLst>
        </pc:graphicFrameChg>
      </pc:sldChg>
    </pc:docChg>
  </pc:docChgLst>
  <pc:docChgLst>
    <pc:chgData name="Rashmi Jupally" userId="941355687a7eea63" providerId="LiveId" clId="{9DBBE30B-6621-419C-B2F9-93A361740ABB}"/>
    <pc:docChg chg="undo custSel modSld">
      <pc:chgData name="Rashmi Jupally" userId="941355687a7eea63" providerId="LiveId" clId="{9DBBE30B-6621-419C-B2F9-93A361740ABB}" dt="2025-08-26T09:58:16.524" v="90" actId="1076"/>
      <pc:docMkLst>
        <pc:docMk/>
      </pc:docMkLst>
      <pc:sldChg chg="modSp mod">
        <pc:chgData name="Rashmi Jupally" userId="941355687a7eea63" providerId="LiveId" clId="{9DBBE30B-6621-419C-B2F9-93A361740ABB}" dt="2025-08-26T09:58:16.524" v="90" actId="1076"/>
        <pc:sldMkLst>
          <pc:docMk/>
          <pc:sldMk cId="0" sldId="281"/>
        </pc:sldMkLst>
        <pc:spChg chg="mod">
          <ac:chgData name="Rashmi Jupally" userId="941355687a7eea63" providerId="LiveId" clId="{9DBBE30B-6621-419C-B2F9-93A361740ABB}" dt="2025-08-26T09:58:16.524" v="90" actId="1076"/>
          <ac:spMkLst>
            <pc:docMk/>
            <pc:sldMk cId="0" sldId="281"/>
            <ac:spMk id="15361" creationId="{00000000-0000-0000-0000-000000000000}"/>
          </ac:spMkLst>
        </pc:spChg>
      </pc:sldChg>
      <pc:sldChg chg="modSp mod">
        <pc:chgData name="Rashmi Jupally" userId="941355687a7eea63" providerId="LiveId" clId="{9DBBE30B-6621-419C-B2F9-93A361740ABB}" dt="2025-08-26T08:55:07.168" v="19" actId="20577"/>
        <pc:sldMkLst>
          <pc:docMk/>
          <pc:sldMk cId="0" sldId="291"/>
        </pc:sldMkLst>
        <pc:spChg chg="mod">
          <ac:chgData name="Rashmi Jupally" userId="941355687a7eea63" providerId="LiveId" clId="{9DBBE30B-6621-419C-B2F9-93A361740ABB}" dt="2025-08-26T08:55:07.168" v="19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C186-7898-9CA7-00F2-169AFC58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FE908C0-3F78-2B8E-ACF4-1CC4B9D27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C953783-80E3-C14C-95AB-DE82149F43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CC0AED6-96A7-897F-6193-1D695D3EF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82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A95E-2CCF-5567-E020-62ADF3E8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983B922-2E5D-D4D6-9380-E5599B31F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E50ED7C-39D6-DC52-9476-D1839D924C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C813BA1-ABD1-6B70-4D9F-0375BDB2A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4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9185-DDA2-8035-5349-5F79D280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417A1C7-7F63-A6B6-CA7D-C0C711774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A649E93-8434-A1F7-EEB2-839125DC35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75F264FF-780C-16BF-C4CC-D49F93F41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319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166x6XRaWypbayoA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share.google/Z60PIvsAQTNfzJc8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432685" y="376393"/>
            <a:ext cx="7326630" cy="72635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Amaravati Quantum Valley 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095720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/>
              <a:t>AQVH918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/>
              <a:t>Identify anomalies in transaction data using QML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dirty="0"/>
              <a:t>Quantum ML: Fraud Detection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1-5354121@23911A3530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TATTVA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AEEB1-E7BA-82E6-83CB-25556EF8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1" t="20049" r="21889" b="12417"/>
          <a:stretch>
            <a:fillRect/>
          </a:stretch>
        </p:blipFill>
        <p:spPr>
          <a:xfrm>
            <a:off x="7018937" y="2399916"/>
            <a:ext cx="2513346" cy="2876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B7E12-24C5-0C70-AC91-944DA1AB2B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34566" y="445536"/>
            <a:ext cx="8434015" cy="107255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Eye: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Fraud Detection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237785" y="1993774"/>
            <a:ext cx="9941844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is hard to detect due to massive, complex data and evolving tricks.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combine QML with classical data techniques to make the model efficient.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quantum model reveals hidden fraud signals better than classical models, boosting accuracy and cutting false alarms.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one of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times quantum digital twins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for fraud detection.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8F95B-1959-015C-AA1B-1B0A286D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33057" y="148812"/>
            <a:ext cx="5878286" cy="101420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06953" y="1874828"/>
            <a:ext cx="9689577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Pennylane (QML &amp; IBM integration), NumPy, Pandas, Scikit-learn,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Quantum Cloud, Google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Quantum Devices.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D3A41-DA02-7039-DCFD-C367F543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0AB0-E3A3-D323-EEE4-DDD773E6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52FECC-5765-B084-DF50-5097AC977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AEEE216-1D90-2B99-10E1-ECA0D108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057" y="148812"/>
            <a:ext cx="5878286" cy="101420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CF58D-5311-8B3A-EDA1-2F45345A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BC0895-8C5D-A46F-58D9-BC94D065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6961DAD0-8F3F-4251-39E2-F7D8D1DCE5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1BC184-2933-5529-F2D0-7FF3DEB40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E819FE-1472-83A0-5FB8-8C602F39E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733148"/>
              </p:ext>
            </p:extLst>
          </p:nvPr>
        </p:nvGraphicFramePr>
        <p:xfrm>
          <a:off x="418070" y="1441702"/>
          <a:ext cx="11262300" cy="449101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54100">
                  <a:extLst>
                    <a:ext uri="{9D8B030D-6E8A-4147-A177-3AD203B41FA5}">
                      <a16:colId xmlns:a16="http://schemas.microsoft.com/office/drawing/2014/main" val="2929329514"/>
                    </a:ext>
                  </a:extLst>
                </a:gridCol>
                <a:gridCol w="3754100">
                  <a:extLst>
                    <a:ext uri="{9D8B030D-6E8A-4147-A177-3AD203B41FA5}">
                      <a16:colId xmlns:a16="http://schemas.microsoft.com/office/drawing/2014/main" val="3941624670"/>
                    </a:ext>
                  </a:extLst>
                </a:gridCol>
                <a:gridCol w="3754100">
                  <a:extLst>
                    <a:ext uri="{9D8B030D-6E8A-4147-A177-3AD203B41FA5}">
                      <a16:colId xmlns:a16="http://schemas.microsoft.com/office/drawing/2014/main" val="2996142899"/>
                    </a:ext>
                  </a:extLst>
                </a:gridCol>
              </a:tblGrid>
              <a:tr h="399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Step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Process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Tools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253897"/>
                  </a:ext>
                </a:extLst>
              </a:tr>
              <a:tr h="69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 Data Collection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Gathers transaction datasets (e.g., Kaggle credit card fraud dataset)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Kaggle API, </a:t>
                      </a:r>
                      <a:r>
                        <a:rPr lang="en-IN" dirty="0" err="1"/>
                        <a:t>wget</a:t>
                      </a:r>
                      <a:r>
                        <a:rPr lang="en-IN" dirty="0"/>
                        <a:t>, curl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553183"/>
                  </a:ext>
                </a:extLst>
              </a:tr>
              <a:tr h="69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 Data Preprocessing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 scales to [-1,1], apply PCA to reduce to 4 principal features.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NumPy, Scikit-learn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61503"/>
                  </a:ext>
                </a:extLst>
              </a:tr>
              <a:tr h="698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 Quantum Encoding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 maps the features to 4 qubits using RY angle embedding.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PennyLane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561924"/>
                  </a:ext>
                </a:extLst>
              </a:tr>
              <a:tr h="998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 QDT Autoencoder Training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 train a 10-layer hybrid variational quantum autoencoder (RX, RY, RZ + CNOT gates) on normal data.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PennyLane, PyTorch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722898"/>
                  </a:ext>
                </a:extLst>
              </a:tr>
              <a:tr h="998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 Anomaly Detection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for reconstruction error + thresholding to flag fraudulent transactions.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PennyLane, IBM Quantum Backend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526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92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B54E-E257-B41B-6CF8-D6CFE333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0909B2-355C-05BB-6CFF-328D06D80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ABAEDDC-F334-3736-C228-3C7DFF04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057" y="148812"/>
            <a:ext cx="5878286" cy="101420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C3A08-C3F4-612F-2A05-6A6B02FA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A0A3DF-AF0B-D10B-44EA-48CB094B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267369DF-4257-2A1F-E0A6-81B4B4E7EE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02E5FC-458D-046C-0FC4-EFFEC4A2EC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BD70BA-4999-B2D3-5D94-1062D2D2DB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38" b="9329"/>
          <a:stretch>
            <a:fillRect/>
          </a:stretch>
        </p:blipFill>
        <p:spPr>
          <a:xfrm>
            <a:off x="1991663" y="1163014"/>
            <a:ext cx="8010369" cy="48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4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88870" y="97539"/>
            <a:ext cx="714375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90172" y="1225941"/>
            <a:ext cx="1061165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Pennylane enables 4-qubit QDT circuits with an accuracy of 89% achieved on Kaggle dataset in Google </a:t>
            </a:r>
            <a:r>
              <a:rPr lang="en-US" sz="2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banking APIs and scalable on 4 qubits for real time fraud alerts.</a:t>
            </a:r>
          </a:p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Mitigations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Zero noise extrapolation ensures reliable results on IBM hardware.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 via SMOTE augments training.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PCA reduces quantum demands, enabling real-time use.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066F5-EDE2-6F69-6A26-6FEC7B66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7CAFB-7945-EB98-AE56-D67A4D20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BF2FF3-C3DA-54BD-63B3-D1CDD911C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D53DDFA-28C8-8D93-FBA3-72FAF6B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0" y="97539"/>
            <a:ext cx="714375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58B8D-555B-2BA3-CFDE-EA861D97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5158F7-FDC8-7DED-ABCC-301A917C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2506E7DD-71C8-8AB9-CB6D-0D00B2E438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2BEE87-93B0-0D0D-2014-D5F826602B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6E8632-A6AD-59FE-39DD-3ED35170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64332"/>
              </p:ext>
            </p:extLst>
          </p:nvPr>
        </p:nvGraphicFramePr>
        <p:xfrm>
          <a:off x="1145754" y="1399142"/>
          <a:ext cx="9981282" cy="456659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27094">
                  <a:extLst>
                    <a:ext uri="{9D8B030D-6E8A-4147-A177-3AD203B41FA5}">
                      <a16:colId xmlns:a16="http://schemas.microsoft.com/office/drawing/2014/main" val="2914859431"/>
                    </a:ext>
                  </a:extLst>
                </a:gridCol>
                <a:gridCol w="3327094">
                  <a:extLst>
                    <a:ext uri="{9D8B030D-6E8A-4147-A177-3AD203B41FA5}">
                      <a16:colId xmlns:a16="http://schemas.microsoft.com/office/drawing/2014/main" val="1450601557"/>
                    </a:ext>
                  </a:extLst>
                </a:gridCol>
                <a:gridCol w="3327094">
                  <a:extLst>
                    <a:ext uri="{9D8B030D-6E8A-4147-A177-3AD203B41FA5}">
                      <a16:colId xmlns:a16="http://schemas.microsoft.com/office/drawing/2014/main" val="3926756256"/>
                    </a:ext>
                  </a:extLst>
                </a:gridCol>
              </a:tblGrid>
              <a:tr h="499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343774"/>
                  </a:ext>
                </a:extLst>
              </a:tr>
              <a:tr h="123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Quantum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accuracy in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PennyLane’s Zero-Noise Extrapolation (ZNE); optimize circuit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162713"/>
                  </a:ext>
                </a:extLst>
              </a:tr>
              <a:tr h="123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access to real-world fraud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anonymized Kaggle dataset; generate synthetic data to enrich samples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984628"/>
                  </a:ext>
                </a:extLst>
              </a:tr>
              <a:tr h="1602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 when running on quantum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 models on simulators; use hybrid (classical + quantum)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756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407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3744" y="136522"/>
            <a:ext cx="560451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14400" y="1377108"/>
            <a:ext cx="10499075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 Banks, financial institutions, 50+ crore Indian users, global fraud teams.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Social: Safer transactions, fewer false declines gives stronger user trust.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 Up to 30% cut in fraud losses, saving billions annually.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 Hybrid quantum systems are more efficient than large classical clusters.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Ready to integrate into real pipelines, nationally &amp; globally with less fraud, lower costs, greener tech, stronger confidence.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876C-4511-C633-ABA1-E871E202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66010" y="189752"/>
            <a:ext cx="714756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40855" y="1892078"/>
            <a:ext cx="10997869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Quantum machine learning algorithms for anomaly detection: A review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it-IT" sz="2800" i="1" dirty="0">
                <a:latin typeface="Arial" panose="020B0604020202020204" pitchFamily="34" charset="0"/>
                <a:cs typeface="Arial" panose="020B0604020202020204" pitchFamily="34" charset="0"/>
              </a:rPr>
              <a:t>Sebastiano Corli, Lorenzo Moro, Daniele Dragoni, Massimiliano Dispenza, Enrico Prati in the year 2025.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https://share.google/166x6XRaWypbayoAN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algn="just">
              <a:buFont typeface="+mj-lt"/>
              <a:buAutoNum type="arabicPeriod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Quantum Machine Learning for Anomaly Detection in Consumer Electronics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</a:rPr>
              <a:t>Sounak Bhowmik and Himanshu Thapliyal in the year 2024.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https://share.google/Z60PIvsAQTNfzJc87</a:t>
            </a:r>
            <a:endParaRPr lang="en-IN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TATTVA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DC83C-9ECF-FAF0-BC44-AF675FB625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8004</TotalTime>
  <Words>614</Words>
  <Application>Microsoft Office PowerPoint</Application>
  <PresentationFormat>Widescreen</PresentationFormat>
  <Paragraphs>100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Amaravati Quantum Valley  Hackathon 2025</vt:lpstr>
      <vt:lpstr>Quantum Eye: Real Time Fraud Detection</vt:lpstr>
      <vt:lpstr>TECHNICAL APPROACH</vt:lpstr>
      <vt:lpstr>TECHNICAL APPROACH</vt:lpstr>
      <vt:lpstr>TECHNICAL APPROACH</vt:lpstr>
      <vt:lpstr>FEASIBILITY AND VIABILITY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Rashmi Jupally</cp:lastModifiedBy>
  <cp:revision>152</cp:revision>
  <dcterms:created xsi:type="dcterms:W3CDTF">2013-12-12T18:46:50Z</dcterms:created>
  <dcterms:modified xsi:type="dcterms:W3CDTF">2025-09-11T05:22:15Z</dcterms:modified>
  <cp:category/>
</cp:coreProperties>
</file>